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222" autoAdjust="0"/>
  </p:normalViewPr>
  <p:slideViewPr>
    <p:cSldViewPr snapToGrid="0" showGuides="1">
      <p:cViewPr>
        <p:scale>
          <a:sx n="50" d="100"/>
          <a:sy n="50" d="100"/>
        </p:scale>
        <p:origin x="1284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98529-B685-4D6A-B9CF-28D6058AC9E9}" type="doc">
      <dgm:prSet loTypeId="urn:microsoft.com/office/officeart/2005/8/layout/vList2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pt-BR"/>
        </a:p>
      </dgm:t>
    </dgm:pt>
    <dgm:pt modelId="{69D312E7-DDDA-46CC-96B0-1023A2A300C5}">
      <dgm:prSet phldrT="[Texto]" phldr="0" custT="1"/>
      <dgm:spPr/>
      <dgm:t>
        <a:bodyPr/>
        <a:lstStyle/>
        <a:p>
          <a:r>
            <a:rPr lang="pt-BR" sz="3500">
              <a:latin typeface="Aptos" panose="020B0004020202020204" pitchFamily="34" charset="0"/>
            </a:rPr>
            <a:t>Baseado em dados históricos</a:t>
          </a:r>
          <a:endParaRPr lang="pt-BR" sz="3500" dirty="0">
            <a:latin typeface="Aptos" panose="020B0004020202020204" pitchFamily="34" charset="0"/>
          </a:endParaRPr>
        </a:p>
      </dgm:t>
    </dgm:pt>
    <dgm:pt modelId="{89DDE6EE-9B6E-4BA7-BCD3-EFB9217AF59B}" type="parTrans" cxnId="{8CD1210D-F3CF-4698-8F8E-1591EC5257D1}">
      <dgm:prSet/>
      <dgm:spPr/>
      <dgm:t>
        <a:bodyPr/>
        <a:lstStyle/>
        <a:p>
          <a:endParaRPr lang="pt-BR"/>
        </a:p>
      </dgm:t>
    </dgm:pt>
    <dgm:pt modelId="{7B8D546B-4C5F-40F6-9A2A-90313033ED7C}" type="sibTrans" cxnId="{8CD1210D-F3CF-4698-8F8E-1591EC5257D1}">
      <dgm:prSet/>
      <dgm:spPr/>
      <dgm:t>
        <a:bodyPr/>
        <a:lstStyle/>
        <a:p>
          <a:endParaRPr lang="pt-BR"/>
        </a:p>
      </dgm:t>
    </dgm:pt>
    <dgm:pt modelId="{8DB6DE11-3964-4D0C-8325-AFE3517FC281}">
      <dgm:prSet phldrT="[Texto]" phldr="0" custT="1"/>
      <dgm:spPr/>
      <dgm:t>
        <a:bodyPr/>
        <a:lstStyle/>
        <a:p>
          <a:r>
            <a:rPr lang="pt-BR" sz="3500">
              <a:latin typeface="Aptos" panose="020B0004020202020204" pitchFamily="34" charset="0"/>
            </a:rPr>
            <a:t>Horizonte: D+1</a:t>
          </a:r>
          <a:endParaRPr lang="pt-BR" sz="3500" dirty="0">
            <a:latin typeface="Aptos" panose="020B0004020202020204" pitchFamily="34" charset="0"/>
          </a:endParaRPr>
        </a:p>
      </dgm:t>
    </dgm:pt>
    <dgm:pt modelId="{3F82A7D6-B15D-4F05-B954-02FE18C659CC}" type="parTrans" cxnId="{11AD61E7-3931-425A-8F4E-03C239A2E866}">
      <dgm:prSet/>
      <dgm:spPr/>
      <dgm:t>
        <a:bodyPr/>
        <a:lstStyle/>
        <a:p>
          <a:endParaRPr lang="pt-BR"/>
        </a:p>
      </dgm:t>
    </dgm:pt>
    <dgm:pt modelId="{5EFE3222-A7D0-4685-AFEF-84E6BCB34DD4}" type="sibTrans" cxnId="{11AD61E7-3931-425A-8F4E-03C239A2E866}">
      <dgm:prSet/>
      <dgm:spPr/>
      <dgm:t>
        <a:bodyPr/>
        <a:lstStyle/>
        <a:p>
          <a:endParaRPr lang="pt-BR"/>
        </a:p>
      </dgm:t>
    </dgm:pt>
    <dgm:pt modelId="{DA3CE380-A7B8-4C14-BA7E-73BE86CC351C}">
      <dgm:prSet phldrT="[Texto]" phldr="0" custT="1"/>
      <dgm:spPr/>
      <dgm:t>
        <a:bodyPr/>
        <a:lstStyle/>
        <a:p>
          <a:r>
            <a:rPr lang="pt-BR" sz="3500">
              <a:latin typeface="Aptos" panose="020B0004020202020204" pitchFamily="34" charset="0"/>
            </a:rPr>
            <a:t>Apoio tomada de decisão</a:t>
          </a:r>
          <a:endParaRPr lang="pt-BR" sz="3500" dirty="0">
            <a:latin typeface="Aptos" panose="020B0004020202020204" pitchFamily="34" charset="0"/>
          </a:endParaRPr>
        </a:p>
      </dgm:t>
    </dgm:pt>
    <dgm:pt modelId="{037A2B94-79B5-477F-B3E1-81ADF8920126}" type="parTrans" cxnId="{CD37C761-0C0D-480F-AA44-54A5B3EE3FE6}">
      <dgm:prSet/>
      <dgm:spPr/>
      <dgm:t>
        <a:bodyPr/>
        <a:lstStyle/>
        <a:p>
          <a:endParaRPr lang="pt-BR"/>
        </a:p>
      </dgm:t>
    </dgm:pt>
    <dgm:pt modelId="{F30F611B-9565-4C21-B73B-BA5566ED8408}" type="sibTrans" cxnId="{CD37C761-0C0D-480F-AA44-54A5B3EE3FE6}">
      <dgm:prSet/>
      <dgm:spPr/>
      <dgm:t>
        <a:bodyPr/>
        <a:lstStyle/>
        <a:p>
          <a:endParaRPr lang="pt-BR"/>
        </a:p>
      </dgm:t>
    </dgm:pt>
    <dgm:pt modelId="{0099E66C-4214-4D6F-B24D-73A5B8ED20A1}">
      <dgm:prSet phldrT="[Texto]" phldr="0" custT="1"/>
      <dgm:spPr/>
      <dgm:t>
        <a:bodyPr vert="horz"/>
        <a:lstStyle/>
        <a:p>
          <a:r>
            <a:rPr lang="pt-BR" sz="3500" dirty="0">
              <a:latin typeface="Aptos" panose="020B0004020202020204" pitchFamily="34" charset="0"/>
            </a:rPr>
            <a:t>Prever direção do </a:t>
          </a:r>
          <a:r>
            <a:rPr lang="pt-BR" sz="3500" dirty="0" err="1">
              <a:latin typeface="Aptos" panose="020B0004020202020204" pitchFamily="34" charset="0"/>
            </a:rPr>
            <a:t>Ibov</a:t>
          </a:r>
          <a:r>
            <a:rPr lang="pt-BR" sz="3500" dirty="0">
              <a:latin typeface="Aptos" panose="020B0004020202020204" pitchFamily="34" charset="0"/>
            </a:rPr>
            <a:t> </a:t>
          </a:r>
        </a:p>
      </dgm:t>
    </dgm:pt>
    <dgm:pt modelId="{8696DA7D-CF56-4CEC-A722-DB53038582E5}" type="sibTrans" cxnId="{B7E268FD-1CF7-4143-B905-AD358E0E8304}">
      <dgm:prSet/>
      <dgm:spPr/>
      <dgm:t>
        <a:bodyPr/>
        <a:lstStyle/>
        <a:p>
          <a:endParaRPr lang="pt-BR"/>
        </a:p>
      </dgm:t>
    </dgm:pt>
    <dgm:pt modelId="{CF89493E-E13A-4A3E-9049-E7D679677296}" type="parTrans" cxnId="{B7E268FD-1CF7-4143-B905-AD358E0E8304}">
      <dgm:prSet/>
      <dgm:spPr/>
      <dgm:t>
        <a:bodyPr/>
        <a:lstStyle/>
        <a:p>
          <a:endParaRPr lang="pt-BR"/>
        </a:p>
      </dgm:t>
    </dgm:pt>
    <dgm:pt modelId="{774D9D3A-D6A1-42C8-AB41-44A7AD329945}" type="pres">
      <dgm:prSet presAssocID="{C2098529-B685-4D6A-B9CF-28D6058AC9E9}" presName="linear" presStyleCnt="0">
        <dgm:presLayoutVars>
          <dgm:animLvl val="lvl"/>
          <dgm:resizeHandles val="exact"/>
        </dgm:presLayoutVars>
      </dgm:prSet>
      <dgm:spPr/>
    </dgm:pt>
    <dgm:pt modelId="{BD41EE64-4504-4A58-848A-1D340D1A327A}" type="pres">
      <dgm:prSet presAssocID="{0099E66C-4214-4D6F-B24D-73A5B8ED20A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1091EF-F310-4B33-ADD6-B91F2DEEA241}" type="pres">
      <dgm:prSet presAssocID="{8696DA7D-CF56-4CEC-A722-DB53038582E5}" presName="spacer" presStyleCnt="0"/>
      <dgm:spPr/>
    </dgm:pt>
    <dgm:pt modelId="{6067F508-B03B-4AA8-9375-83FFC144AFBC}" type="pres">
      <dgm:prSet presAssocID="{69D312E7-DDDA-46CC-96B0-1023A2A300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FC534C-2A78-4CA8-A111-F9C5D51D3432}" type="pres">
      <dgm:prSet presAssocID="{7B8D546B-4C5F-40F6-9A2A-90313033ED7C}" presName="spacer" presStyleCnt="0"/>
      <dgm:spPr/>
    </dgm:pt>
    <dgm:pt modelId="{9ABF60FD-28D7-4C5B-A936-4EBB7E88565B}" type="pres">
      <dgm:prSet presAssocID="{8DB6DE11-3964-4D0C-8325-AFE3517FC2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71BA97-4B32-460F-BB66-F27F836947EF}" type="pres">
      <dgm:prSet presAssocID="{5EFE3222-A7D0-4685-AFEF-84E6BCB34DD4}" presName="spacer" presStyleCnt="0"/>
      <dgm:spPr/>
    </dgm:pt>
    <dgm:pt modelId="{44121CDF-E439-47A2-9FBE-14282DB9DA6A}" type="pres">
      <dgm:prSet presAssocID="{DA3CE380-A7B8-4C14-BA7E-73BE86CC351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CD1210D-F3CF-4698-8F8E-1591EC5257D1}" srcId="{C2098529-B685-4D6A-B9CF-28D6058AC9E9}" destId="{69D312E7-DDDA-46CC-96B0-1023A2A300C5}" srcOrd="1" destOrd="0" parTransId="{89DDE6EE-9B6E-4BA7-BCD3-EFB9217AF59B}" sibTransId="{7B8D546B-4C5F-40F6-9A2A-90313033ED7C}"/>
    <dgm:cxn modelId="{4EA36B2E-9B6B-4051-907B-65EA0804B0D8}" type="presOf" srcId="{C2098529-B685-4D6A-B9CF-28D6058AC9E9}" destId="{774D9D3A-D6A1-42C8-AB41-44A7AD329945}" srcOrd="0" destOrd="0" presId="urn:microsoft.com/office/officeart/2005/8/layout/vList2"/>
    <dgm:cxn modelId="{501B6A2F-A0F1-4F59-B1DA-80389CEC41C5}" type="presOf" srcId="{8DB6DE11-3964-4D0C-8325-AFE3517FC281}" destId="{9ABF60FD-28D7-4C5B-A936-4EBB7E88565B}" srcOrd="0" destOrd="0" presId="urn:microsoft.com/office/officeart/2005/8/layout/vList2"/>
    <dgm:cxn modelId="{97F31A3B-1950-4648-9C0A-C791AA4FA38A}" type="presOf" srcId="{69D312E7-DDDA-46CC-96B0-1023A2A300C5}" destId="{6067F508-B03B-4AA8-9375-83FFC144AFBC}" srcOrd="0" destOrd="0" presId="urn:microsoft.com/office/officeart/2005/8/layout/vList2"/>
    <dgm:cxn modelId="{3D735B5E-6AE4-4B6F-82DF-9356FBE5A824}" type="presOf" srcId="{0099E66C-4214-4D6F-B24D-73A5B8ED20A1}" destId="{BD41EE64-4504-4A58-848A-1D340D1A327A}" srcOrd="0" destOrd="0" presId="urn:microsoft.com/office/officeart/2005/8/layout/vList2"/>
    <dgm:cxn modelId="{CD37C761-0C0D-480F-AA44-54A5B3EE3FE6}" srcId="{C2098529-B685-4D6A-B9CF-28D6058AC9E9}" destId="{DA3CE380-A7B8-4C14-BA7E-73BE86CC351C}" srcOrd="3" destOrd="0" parTransId="{037A2B94-79B5-477F-B3E1-81ADF8920126}" sibTransId="{F30F611B-9565-4C21-B73B-BA5566ED8408}"/>
    <dgm:cxn modelId="{F70877D2-C896-42E6-871A-1B83656C4B50}" type="presOf" srcId="{DA3CE380-A7B8-4C14-BA7E-73BE86CC351C}" destId="{44121CDF-E439-47A2-9FBE-14282DB9DA6A}" srcOrd="0" destOrd="0" presId="urn:microsoft.com/office/officeart/2005/8/layout/vList2"/>
    <dgm:cxn modelId="{11AD61E7-3931-425A-8F4E-03C239A2E866}" srcId="{C2098529-B685-4D6A-B9CF-28D6058AC9E9}" destId="{8DB6DE11-3964-4D0C-8325-AFE3517FC281}" srcOrd="2" destOrd="0" parTransId="{3F82A7D6-B15D-4F05-B954-02FE18C659CC}" sibTransId="{5EFE3222-A7D0-4685-AFEF-84E6BCB34DD4}"/>
    <dgm:cxn modelId="{B7E268FD-1CF7-4143-B905-AD358E0E8304}" srcId="{C2098529-B685-4D6A-B9CF-28D6058AC9E9}" destId="{0099E66C-4214-4D6F-B24D-73A5B8ED20A1}" srcOrd="0" destOrd="0" parTransId="{CF89493E-E13A-4A3E-9049-E7D679677296}" sibTransId="{8696DA7D-CF56-4CEC-A722-DB53038582E5}"/>
    <dgm:cxn modelId="{8097BB13-C2BE-45D0-B68F-70B0C6C9DB3A}" type="presParOf" srcId="{774D9D3A-D6A1-42C8-AB41-44A7AD329945}" destId="{BD41EE64-4504-4A58-848A-1D340D1A327A}" srcOrd="0" destOrd="0" presId="urn:microsoft.com/office/officeart/2005/8/layout/vList2"/>
    <dgm:cxn modelId="{51F6A35E-5301-4010-8F2F-536FA8799007}" type="presParOf" srcId="{774D9D3A-D6A1-42C8-AB41-44A7AD329945}" destId="{271091EF-F310-4B33-ADD6-B91F2DEEA241}" srcOrd="1" destOrd="0" presId="urn:microsoft.com/office/officeart/2005/8/layout/vList2"/>
    <dgm:cxn modelId="{704C04BF-A0A8-4925-A732-6930BEBE2481}" type="presParOf" srcId="{774D9D3A-D6A1-42C8-AB41-44A7AD329945}" destId="{6067F508-B03B-4AA8-9375-83FFC144AFBC}" srcOrd="2" destOrd="0" presId="urn:microsoft.com/office/officeart/2005/8/layout/vList2"/>
    <dgm:cxn modelId="{78E55E50-347D-4BD6-AF26-BF10C2F98503}" type="presParOf" srcId="{774D9D3A-D6A1-42C8-AB41-44A7AD329945}" destId="{5DFC534C-2A78-4CA8-A111-F9C5D51D3432}" srcOrd="3" destOrd="0" presId="urn:microsoft.com/office/officeart/2005/8/layout/vList2"/>
    <dgm:cxn modelId="{E9B2A26E-A629-4F35-9FEE-BAD194CDC2AA}" type="presParOf" srcId="{774D9D3A-D6A1-42C8-AB41-44A7AD329945}" destId="{9ABF60FD-28D7-4C5B-A936-4EBB7E88565B}" srcOrd="4" destOrd="0" presId="urn:microsoft.com/office/officeart/2005/8/layout/vList2"/>
    <dgm:cxn modelId="{D60B5B70-201D-4933-9C0B-59581CF84D57}" type="presParOf" srcId="{774D9D3A-D6A1-42C8-AB41-44A7AD329945}" destId="{0271BA97-4B32-460F-BB66-F27F836947EF}" srcOrd="5" destOrd="0" presId="urn:microsoft.com/office/officeart/2005/8/layout/vList2"/>
    <dgm:cxn modelId="{9493626B-21F4-4CBB-BFFF-285227A9004F}" type="presParOf" srcId="{774D9D3A-D6A1-42C8-AB41-44A7AD329945}" destId="{44121CDF-E439-47A2-9FBE-14282DB9DA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098529-B685-4D6A-B9CF-28D6058AC9E9}" type="doc">
      <dgm:prSet loTypeId="urn:microsoft.com/office/officeart/2005/8/layout/process1" loCatId="process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pt-BR"/>
        </a:p>
      </dgm:t>
    </dgm:pt>
    <dgm:pt modelId="{69D312E7-DDDA-46CC-96B0-1023A2A300C5}">
      <dgm:prSet phldrT="[Texto]" phldr="0" custT="1"/>
      <dgm:spPr/>
      <dgm:t>
        <a:bodyPr/>
        <a:lstStyle/>
        <a:p>
          <a:r>
            <a:rPr lang="pt-BR" sz="2000" dirty="0">
              <a:latin typeface="Aptos" panose="020B0004020202020204" pitchFamily="34" charset="0"/>
            </a:rPr>
            <a:t>Baseado em dados históricos</a:t>
          </a:r>
        </a:p>
      </dgm:t>
    </dgm:pt>
    <dgm:pt modelId="{89DDE6EE-9B6E-4BA7-BCD3-EFB9217AF59B}" type="parTrans" cxnId="{8CD1210D-F3CF-4698-8F8E-1591EC5257D1}">
      <dgm:prSet/>
      <dgm:spPr/>
      <dgm:t>
        <a:bodyPr/>
        <a:lstStyle/>
        <a:p>
          <a:endParaRPr lang="pt-BR"/>
        </a:p>
      </dgm:t>
    </dgm:pt>
    <dgm:pt modelId="{7B8D546B-4C5F-40F6-9A2A-90313033ED7C}" type="sibTrans" cxnId="{8CD1210D-F3CF-4698-8F8E-1591EC5257D1}">
      <dgm:prSet/>
      <dgm:spPr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pt-BR"/>
        </a:p>
      </dgm:t>
    </dgm:pt>
    <dgm:pt modelId="{8DB6DE11-3964-4D0C-8325-AFE3517FC281}">
      <dgm:prSet phldrT="[Texto]" phldr="0" custT="1"/>
      <dgm:spPr/>
      <dgm:t>
        <a:bodyPr/>
        <a:lstStyle/>
        <a:p>
          <a:r>
            <a:rPr lang="pt-BR" sz="2000" dirty="0">
              <a:latin typeface="Aptos" panose="020B0004020202020204" pitchFamily="34" charset="0"/>
            </a:rPr>
            <a:t>Definição do target (D+1)</a:t>
          </a:r>
        </a:p>
      </dgm:t>
    </dgm:pt>
    <dgm:pt modelId="{3F82A7D6-B15D-4F05-B954-02FE18C659CC}" type="parTrans" cxnId="{11AD61E7-3931-425A-8F4E-03C239A2E866}">
      <dgm:prSet/>
      <dgm:spPr/>
      <dgm:t>
        <a:bodyPr/>
        <a:lstStyle/>
        <a:p>
          <a:endParaRPr lang="pt-BR"/>
        </a:p>
      </dgm:t>
    </dgm:pt>
    <dgm:pt modelId="{5EFE3222-A7D0-4685-AFEF-84E6BCB34DD4}" type="sibTrans" cxnId="{11AD61E7-3931-425A-8F4E-03C239A2E866}">
      <dgm:prSet/>
      <dgm:spPr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pt-BR"/>
        </a:p>
      </dgm:t>
    </dgm:pt>
    <dgm:pt modelId="{DA3CE380-A7B8-4C14-BA7E-73BE86CC351C}">
      <dgm:prSet phldrT="[Texto]" phldr="0" custT="1"/>
      <dgm:spPr/>
      <dgm:t>
        <a:bodyPr/>
        <a:lstStyle/>
        <a:p>
          <a:r>
            <a:rPr lang="pt-BR" sz="2000" dirty="0">
              <a:latin typeface="Aptos" panose="020B0004020202020204" pitchFamily="34" charset="0"/>
            </a:rPr>
            <a:t>Aplicação do </a:t>
          </a:r>
          <a:r>
            <a:rPr lang="pt-BR" sz="2000" dirty="0" err="1">
              <a:latin typeface="Aptos" panose="020B0004020202020204" pitchFamily="34" charset="0"/>
            </a:rPr>
            <a:t>threshold</a:t>
          </a:r>
          <a:r>
            <a:rPr lang="pt-BR" sz="2000" dirty="0">
              <a:latin typeface="Aptos" panose="020B0004020202020204" pitchFamily="34" charset="0"/>
            </a:rPr>
            <a:t> (0,2%)</a:t>
          </a:r>
        </a:p>
      </dgm:t>
    </dgm:pt>
    <dgm:pt modelId="{037A2B94-79B5-477F-B3E1-81ADF8920126}" type="parTrans" cxnId="{CD37C761-0C0D-480F-AA44-54A5B3EE3FE6}">
      <dgm:prSet/>
      <dgm:spPr/>
      <dgm:t>
        <a:bodyPr/>
        <a:lstStyle/>
        <a:p>
          <a:endParaRPr lang="pt-BR"/>
        </a:p>
      </dgm:t>
    </dgm:pt>
    <dgm:pt modelId="{F30F611B-9565-4C21-B73B-BA5566ED8408}" type="sibTrans" cxnId="{CD37C761-0C0D-480F-AA44-54A5B3EE3FE6}">
      <dgm:prSet/>
      <dgm:spPr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pt-BR"/>
        </a:p>
      </dgm:t>
    </dgm:pt>
    <dgm:pt modelId="{0099E66C-4214-4D6F-B24D-73A5B8ED20A1}">
      <dgm:prSet phldrT="[Texto]" phldr="0" custT="1"/>
      <dgm:spPr/>
      <dgm:t>
        <a:bodyPr vert="horz"/>
        <a:lstStyle/>
        <a:p>
          <a:r>
            <a:rPr lang="pt-BR" sz="2000" dirty="0">
              <a:latin typeface="Aptos" panose="020B0004020202020204" pitchFamily="34" charset="0"/>
            </a:rPr>
            <a:t>Dados históricos (preço e volume)</a:t>
          </a:r>
        </a:p>
      </dgm:t>
    </dgm:pt>
    <dgm:pt modelId="{8696DA7D-CF56-4CEC-A722-DB53038582E5}" type="sibTrans" cxnId="{B7E268FD-1CF7-4143-B905-AD358E0E8304}">
      <dgm:prSet/>
      <dgm:spPr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pt-BR"/>
        </a:p>
      </dgm:t>
    </dgm:pt>
    <dgm:pt modelId="{CF89493E-E13A-4A3E-9049-E7D679677296}" type="parTrans" cxnId="{B7E268FD-1CF7-4143-B905-AD358E0E8304}">
      <dgm:prSet/>
      <dgm:spPr/>
      <dgm:t>
        <a:bodyPr/>
        <a:lstStyle/>
        <a:p>
          <a:endParaRPr lang="pt-BR"/>
        </a:p>
      </dgm:t>
    </dgm:pt>
    <dgm:pt modelId="{409454B3-69EF-4C7A-9D3A-3A96B0D7D1C5}">
      <dgm:prSet/>
      <dgm:spPr/>
      <dgm:t>
        <a:bodyPr/>
        <a:lstStyle/>
        <a:p>
          <a:r>
            <a:rPr lang="pt-BR" dirty="0">
              <a:latin typeface="Aptos" panose="020B0004020202020204" pitchFamily="34" charset="0"/>
            </a:rPr>
            <a:t>Remoção de ruído</a:t>
          </a:r>
        </a:p>
      </dgm:t>
    </dgm:pt>
    <dgm:pt modelId="{E00D7A2C-8E4A-46C4-88F8-A7810B63054F}" type="parTrans" cxnId="{6CC79E99-1382-4480-B7EB-2B5E94E9659C}">
      <dgm:prSet/>
      <dgm:spPr/>
      <dgm:t>
        <a:bodyPr/>
        <a:lstStyle/>
        <a:p>
          <a:endParaRPr lang="pt-BR"/>
        </a:p>
      </dgm:t>
    </dgm:pt>
    <dgm:pt modelId="{6368DEA5-DC97-496E-AF12-D98C9EE8579A}" type="sibTrans" cxnId="{6CC79E99-1382-4480-B7EB-2B5E94E9659C}">
      <dgm:prSet/>
      <dgm:spPr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</dgm:spPr>
      <dgm:t>
        <a:bodyPr/>
        <a:lstStyle/>
        <a:p>
          <a:endParaRPr lang="pt-BR"/>
        </a:p>
      </dgm:t>
    </dgm:pt>
    <dgm:pt modelId="{FB5D85B2-9636-4393-BE25-1CFBCBD36454}">
      <dgm:prSet/>
      <dgm:spPr/>
      <dgm:t>
        <a:bodyPr/>
        <a:lstStyle/>
        <a:p>
          <a:r>
            <a:rPr lang="pt-BR" dirty="0">
              <a:latin typeface="Aptos" panose="020B0004020202020204" pitchFamily="34" charset="0"/>
            </a:rPr>
            <a:t>Split temporal 9treino x teste</a:t>
          </a:r>
          <a:r>
            <a:rPr lang="pt-BR" dirty="0"/>
            <a:t>)</a:t>
          </a:r>
        </a:p>
      </dgm:t>
    </dgm:pt>
    <dgm:pt modelId="{CF8FA4CF-F32B-4C08-B068-D7415873F750}" type="parTrans" cxnId="{42BB5468-D1FA-4EA3-B0B8-7754E8E5AE83}">
      <dgm:prSet/>
      <dgm:spPr/>
      <dgm:t>
        <a:bodyPr/>
        <a:lstStyle/>
        <a:p>
          <a:endParaRPr lang="pt-BR"/>
        </a:p>
      </dgm:t>
    </dgm:pt>
    <dgm:pt modelId="{85670BA8-1067-4B47-9BD5-27C68F5EC655}" type="sibTrans" cxnId="{42BB5468-D1FA-4EA3-B0B8-7754E8E5AE83}">
      <dgm:prSet/>
      <dgm:spPr/>
      <dgm:t>
        <a:bodyPr/>
        <a:lstStyle/>
        <a:p>
          <a:endParaRPr lang="pt-BR"/>
        </a:p>
      </dgm:t>
    </dgm:pt>
    <dgm:pt modelId="{67185869-5D57-4CF2-BCD9-8E32F5BF24DB}" type="pres">
      <dgm:prSet presAssocID="{C2098529-B685-4D6A-B9CF-28D6058AC9E9}" presName="Name0" presStyleCnt="0">
        <dgm:presLayoutVars>
          <dgm:dir/>
          <dgm:resizeHandles val="exact"/>
        </dgm:presLayoutVars>
      </dgm:prSet>
      <dgm:spPr/>
    </dgm:pt>
    <dgm:pt modelId="{584A7F15-9884-4E35-BD6D-99B418969393}" type="pres">
      <dgm:prSet presAssocID="{0099E66C-4214-4D6F-B24D-73A5B8ED20A1}" presName="node" presStyleLbl="node1" presStyleIdx="0" presStyleCnt="6">
        <dgm:presLayoutVars>
          <dgm:bulletEnabled val="1"/>
        </dgm:presLayoutVars>
      </dgm:prSet>
      <dgm:spPr/>
    </dgm:pt>
    <dgm:pt modelId="{A81F0D2F-69EF-4402-A415-99E153A393FF}" type="pres">
      <dgm:prSet presAssocID="{8696DA7D-CF56-4CEC-A722-DB53038582E5}" presName="sibTrans" presStyleLbl="sibTrans2D1" presStyleIdx="0" presStyleCnt="5"/>
      <dgm:spPr/>
    </dgm:pt>
    <dgm:pt modelId="{FA06ACF5-3E16-4FD2-BA14-C0B4E6D98F96}" type="pres">
      <dgm:prSet presAssocID="{8696DA7D-CF56-4CEC-A722-DB53038582E5}" presName="connectorText" presStyleLbl="sibTrans2D1" presStyleIdx="0" presStyleCnt="5"/>
      <dgm:spPr/>
    </dgm:pt>
    <dgm:pt modelId="{F85C56C7-ECEA-45A2-A0AD-43F4104075B7}" type="pres">
      <dgm:prSet presAssocID="{69D312E7-DDDA-46CC-96B0-1023A2A300C5}" presName="node" presStyleLbl="node1" presStyleIdx="1" presStyleCnt="6">
        <dgm:presLayoutVars>
          <dgm:bulletEnabled val="1"/>
        </dgm:presLayoutVars>
      </dgm:prSet>
      <dgm:spPr/>
    </dgm:pt>
    <dgm:pt modelId="{8028B38B-EA66-4120-94A6-CBAD1DC065E2}" type="pres">
      <dgm:prSet presAssocID="{7B8D546B-4C5F-40F6-9A2A-90313033ED7C}" presName="sibTrans" presStyleLbl="sibTrans2D1" presStyleIdx="1" presStyleCnt="5"/>
      <dgm:spPr/>
    </dgm:pt>
    <dgm:pt modelId="{3DD3CAD4-1930-489F-B7BF-1FE50BB45DD4}" type="pres">
      <dgm:prSet presAssocID="{7B8D546B-4C5F-40F6-9A2A-90313033ED7C}" presName="connectorText" presStyleLbl="sibTrans2D1" presStyleIdx="1" presStyleCnt="5"/>
      <dgm:spPr/>
    </dgm:pt>
    <dgm:pt modelId="{2EE72EA1-EB12-45F1-A61B-590664379279}" type="pres">
      <dgm:prSet presAssocID="{8DB6DE11-3964-4D0C-8325-AFE3517FC281}" presName="node" presStyleLbl="node1" presStyleIdx="2" presStyleCnt="6">
        <dgm:presLayoutVars>
          <dgm:bulletEnabled val="1"/>
        </dgm:presLayoutVars>
      </dgm:prSet>
      <dgm:spPr/>
    </dgm:pt>
    <dgm:pt modelId="{F4A29A1A-95DA-485B-9D7F-0F1DF0151C09}" type="pres">
      <dgm:prSet presAssocID="{5EFE3222-A7D0-4685-AFEF-84E6BCB34DD4}" presName="sibTrans" presStyleLbl="sibTrans2D1" presStyleIdx="2" presStyleCnt="5"/>
      <dgm:spPr/>
    </dgm:pt>
    <dgm:pt modelId="{E4AE39C3-E930-4F9A-885D-FA38CA6BC3B9}" type="pres">
      <dgm:prSet presAssocID="{5EFE3222-A7D0-4685-AFEF-84E6BCB34DD4}" presName="connectorText" presStyleLbl="sibTrans2D1" presStyleIdx="2" presStyleCnt="5"/>
      <dgm:spPr/>
    </dgm:pt>
    <dgm:pt modelId="{F4FCF32C-B11D-4D7C-B676-B89E5436D286}" type="pres">
      <dgm:prSet presAssocID="{DA3CE380-A7B8-4C14-BA7E-73BE86CC351C}" presName="node" presStyleLbl="node1" presStyleIdx="3" presStyleCnt="6">
        <dgm:presLayoutVars>
          <dgm:bulletEnabled val="1"/>
        </dgm:presLayoutVars>
      </dgm:prSet>
      <dgm:spPr/>
    </dgm:pt>
    <dgm:pt modelId="{64AF17E4-5CFD-4870-AC2C-0DD06CE63235}" type="pres">
      <dgm:prSet presAssocID="{F30F611B-9565-4C21-B73B-BA5566ED8408}" presName="sibTrans" presStyleLbl="sibTrans2D1" presStyleIdx="3" presStyleCnt="5"/>
      <dgm:spPr/>
    </dgm:pt>
    <dgm:pt modelId="{B5B7E237-CC81-49BD-AD52-6E2B3A959AFB}" type="pres">
      <dgm:prSet presAssocID="{F30F611B-9565-4C21-B73B-BA5566ED8408}" presName="connectorText" presStyleLbl="sibTrans2D1" presStyleIdx="3" presStyleCnt="5"/>
      <dgm:spPr/>
    </dgm:pt>
    <dgm:pt modelId="{390C0394-D1EC-44AE-A4FA-0A999E6134BD}" type="pres">
      <dgm:prSet presAssocID="{409454B3-69EF-4C7A-9D3A-3A96B0D7D1C5}" presName="node" presStyleLbl="node1" presStyleIdx="4" presStyleCnt="6">
        <dgm:presLayoutVars>
          <dgm:bulletEnabled val="1"/>
        </dgm:presLayoutVars>
      </dgm:prSet>
      <dgm:spPr/>
    </dgm:pt>
    <dgm:pt modelId="{4111FB20-C417-4078-AF5C-A84044A3EF39}" type="pres">
      <dgm:prSet presAssocID="{6368DEA5-DC97-496E-AF12-D98C9EE8579A}" presName="sibTrans" presStyleLbl="sibTrans2D1" presStyleIdx="4" presStyleCnt="5"/>
      <dgm:spPr/>
    </dgm:pt>
    <dgm:pt modelId="{EB1BE4BB-125B-4AE7-A845-EE1BEEA40BA5}" type="pres">
      <dgm:prSet presAssocID="{6368DEA5-DC97-496E-AF12-D98C9EE8579A}" presName="connectorText" presStyleLbl="sibTrans2D1" presStyleIdx="4" presStyleCnt="5"/>
      <dgm:spPr/>
    </dgm:pt>
    <dgm:pt modelId="{DA8EE39B-4E1C-4122-B63E-D5C86B728B96}" type="pres">
      <dgm:prSet presAssocID="{FB5D85B2-9636-4393-BE25-1CFBCBD36454}" presName="node" presStyleLbl="node1" presStyleIdx="5" presStyleCnt="6">
        <dgm:presLayoutVars>
          <dgm:bulletEnabled val="1"/>
        </dgm:presLayoutVars>
      </dgm:prSet>
      <dgm:spPr/>
    </dgm:pt>
  </dgm:ptLst>
  <dgm:cxnLst>
    <dgm:cxn modelId="{9D7ABD0C-DA13-4A7A-9514-9C641E39AA84}" type="presOf" srcId="{69D312E7-DDDA-46CC-96B0-1023A2A300C5}" destId="{F85C56C7-ECEA-45A2-A0AD-43F4104075B7}" srcOrd="0" destOrd="0" presId="urn:microsoft.com/office/officeart/2005/8/layout/process1"/>
    <dgm:cxn modelId="{8CD1210D-F3CF-4698-8F8E-1591EC5257D1}" srcId="{C2098529-B685-4D6A-B9CF-28D6058AC9E9}" destId="{69D312E7-DDDA-46CC-96B0-1023A2A300C5}" srcOrd="1" destOrd="0" parTransId="{89DDE6EE-9B6E-4BA7-BCD3-EFB9217AF59B}" sibTransId="{7B8D546B-4C5F-40F6-9A2A-90313033ED7C}"/>
    <dgm:cxn modelId="{11F10911-49F8-4662-9B87-912F1F07A212}" type="presOf" srcId="{5EFE3222-A7D0-4685-AFEF-84E6BCB34DD4}" destId="{F4A29A1A-95DA-485B-9D7F-0F1DF0151C09}" srcOrd="0" destOrd="0" presId="urn:microsoft.com/office/officeart/2005/8/layout/process1"/>
    <dgm:cxn modelId="{CC557D19-6120-4C8C-A60B-334A83B386C3}" type="presOf" srcId="{8696DA7D-CF56-4CEC-A722-DB53038582E5}" destId="{A81F0D2F-69EF-4402-A415-99E153A393FF}" srcOrd="0" destOrd="0" presId="urn:microsoft.com/office/officeart/2005/8/layout/process1"/>
    <dgm:cxn modelId="{C028AE21-C0B9-4B2A-980F-94EA038AE1ED}" type="presOf" srcId="{409454B3-69EF-4C7A-9D3A-3A96B0D7D1C5}" destId="{390C0394-D1EC-44AE-A4FA-0A999E6134BD}" srcOrd="0" destOrd="0" presId="urn:microsoft.com/office/officeart/2005/8/layout/process1"/>
    <dgm:cxn modelId="{C2803C29-C208-469A-9454-F571D74A9D40}" type="presOf" srcId="{0099E66C-4214-4D6F-B24D-73A5B8ED20A1}" destId="{584A7F15-9884-4E35-BD6D-99B418969393}" srcOrd="0" destOrd="0" presId="urn:microsoft.com/office/officeart/2005/8/layout/process1"/>
    <dgm:cxn modelId="{4E187830-41A5-4C40-8FE3-3D4EC892A629}" type="presOf" srcId="{DA3CE380-A7B8-4C14-BA7E-73BE86CC351C}" destId="{F4FCF32C-B11D-4D7C-B676-B89E5436D286}" srcOrd="0" destOrd="0" presId="urn:microsoft.com/office/officeart/2005/8/layout/process1"/>
    <dgm:cxn modelId="{CD37C761-0C0D-480F-AA44-54A5B3EE3FE6}" srcId="{C2098529-B685-4D6A-B9CF-28D6058AC9E9}" destId="{DA3CE380-A7B8-4C14-BA7E-73BE86CC351C}" srcOrd="3" destOrd="0" parTransId="{037A2B94-79B5-477F-B3E1-81ADF8920126}" sibTransId="{F30F611B-9565-4C21-B73B-BA5566ED8408}"/>
    <dgm:cxn modelId="{4EE0FB61-4CDD-409B-9958-7B466EC22CAA}" type="presOf" srcId="{C2098529-B685-4D6A-B9CF-28D6058AC9E9}" destId="{67185869-5D57-4CF2-BCD9-8E32F5BF24DB}" srcOrd="0" destOrd="0" presId="urn:microsoft.com/office/officeart/2005/8/layout/process1"/>
    <dgm:cxn modelId="{42BB5468-D1FA-4EA3-B0B8-7754E8E5AE83}" srcId="{C2098529-B685-4D6A-B9CF-28D6058AC9E9}" destId="{FB5D85B2-9636-4393-BE25-1CFBCBD36454}" srcOrd="5" destOrd="0" parTransId="{CF8FA4CF-F32B-4C08-B068-D7415873F750}" sibTransId="{85670BA8-1067-4B47-9BD5-27C68F5EC655}"/>
    <dgm:cxn modelId="{C5D1C969-FE53-4F1B-8141-7431FF785F4C}" type="presOf" srcId="{5EFE3222-A7D0-4685-AFEF-84E6BCB34DD4}" destId="{E4AE39C3-E930-4F9A-885D-FA38CA6BC3B9}" srcOrd="1" destOrd="0" presId="urn:microsoft.com/office/officeart/2005/8/layout/process1"/>
    <dgm:cxn modelId="{5D2AE555-84BA-4A2E-A4F3-8D62AA31A896}" type="presOf" srcId="{F30F611B-9565-4C21-B73B-BA5566ED8408}" destId="{64AF17E4-5CFD-4870-AC2C-0DD06CE63235}" srcOrd="0" destOrd="0" presId="urn:microsoft.com/office/officeart/2005/8/layout/process1"/>
    <dgm:cxn modelId="{19AE8D77-9F6C-4E9D-8930-B01CCA945DFA}" type="presOf" srcId="{6368DEA5-DC97-496E-AF12-D98C9EE8579A}" destId="{4111FB20-C417-4078-AF5C-A84044A3EF39}" srcOrd="0" destOrd="0" presId="urn:microsoft.com/office/officeart/2005/8/layout/process1"/>
    <dgm:cxn modelId="{5271EA79-5A30-4717-9A8C-C238A6C64E57}" type="presOf" srcId="{7B8D546B-4C5F-40F6-9A2A-90313033ED7C}" destId="{3DD3CAD4-1930-489F-B7BF-1FE50BB45DD4}" srcOrd="1" destOrd="0" presId="urn:microsoft.com/office/officeart/2005/8/layout/process1"/>
    <dgm:cxn modelId="{23B9AF97-B9C6-4AFE-889B-9DED2EA344A7}" type="presOf" srcId="{8696DA7D-CF56-4CEC-A722-DB53038582E5}" destId="{FA06ACF5-3E16-4FD2-BA14-C0B4E6D98F96}" srcOrd="1" destOrd="0" presId="urn:microsoft.com/office/officeart/2005/8/layout/process1"/>
    <dgm:cxn modelId="{D824F297-5F6A-41C3-9170-078D7F95C4A6}" type="presOf" srcId="{FB5D85B2-9636-4393-BE25-1CFBCBD36454}" destId="{DA8EE39B-4E1C-4122-B63E-D5C86B728B96}" srcOrd="0" destOrd="0" presId="urn:microsoft.com/office/officeart/2005/8/layout/process1"/>
    <dgm:cxn modelId="{6CC79E99-1382-4480-B7EB-2B5E94E9659C}" srcId="{C2098529-B685-4D6A-B9CF-28D6058AC9E9}" destId="{409454B3-69EF-4C7A-9D3A-3A96B0D7D1C5}" srcOrd="4" destOrd="0" parTransId="{E00D7A2C-8E4A-46C4-88F8-A7810B63054F}" sibTransId="{6368DEA5-DC97-496E-AF12-D98C9EE8579A}"/>
    <dgm:cxn modelId="{5C6753A3-FF78-4263-AC50-DD45CBBC52C9}" type="presOf" srcId="{7B8D546B-4C5F-40F6-9A2A-90313033ED7C}" destId="{8028B38B-EA66-4120-94A6-CBAD1DC065E2}" srcOrd="0" destOrd="0" presId="urn:microsoft.com/office/officeart/2005/8/layout/process1"/>
    <dgm:cxn modelId="{E979D1B2-C803-4D50-A496-F8D2321FE547}" type="presOf" srcId="{8DB6DE11-3964-4D0C-8325-AFE3517FC281}" destId="{2EE72EA1-EB12-45F1-A61B-590664379279}" srcOrd="0" destOrd="0" presId="urn:microsoft.com/office/officeart/2005/8/layout/process1"/>
    <dgm:cxn modelId="{5DA435B7-4AF3-4A50-A791-C3D3ACDF4DA9}" type="presOf" srcId="{6368DEA5-DC97-496E-AF12-D98C9EE8579A}" destId="{EB1BE4BB-125B-4AE7-A845-EE1BEEA40BA5}" srcOrd="1" destOrd="0" presId="urn:microsoft.com/office/officeart/2005/8/layout/process1"/>
    <dgm:cxn modelId="{0274A9E6-0A66-4F14-888A-77D0F65267BE}" type="presOf" srcId="{F30F611B-9565-4C21-B73B-BA5566ED8408}" destId="{B5B7E237-CC81-49BD-AD52-6E2B3A959AFB}" srcOrd="1" destOrd="0" presId="urn:microsoft.com/office/officeart/2005/8/layout/process1"/>
    <dgm:cxn modelId="{11AD61E7-3931-425A-8F4E-03C239A2E866}" srcId="{C2098529-B685-4D6A-B9CF-28D6058AC9E9}" destId="{8DB6DE11-3964-4D0C-8325-AFE3517FC281}" srcOrd="2" destOrd="0" parTransId="{3F82A7D6-B15D-4F05-B954-02FE18C659CC}" sibTransId="{5EFE3222-A7D0-4685-AFEF-84E6BCB34DD4}"/>
    <dgm:cxn modelId="{B7E268FD-1CF7-4143-B905-AD358E0E8304}" srcId="{C2098529-B685-4D6A-B9CF-28D6058AC9E9}" destId="{0099E66C-4214-4D6F-B24D-73A5B8ED20A1}" srcOrd="0" destOrd="0" parTransId="{CF89493E-E13A-4A3E-9049-E7D679677296}" sibTransId="{8696DA7D-CF56-4CEC-A722-DB53038582E5}"/>
    <dgm:cxn modelId="{2034CEBA-049F-4FA9-BBFC-E6C72829D733}" type="presParOf" srcId="{67185869-5D57-4CF2-BCD9-8E32F5BF24DB}" destId="{584A7F15-9884-4E35-BD6D-99B418969393}" srcOrd="0" destOrd="0" presId="urn:microsoft.com/office/officeart/2005/8/layout/process1"/>
    <dgm:cxn modelId="{8B4791D7-1AEC-4006-AA72-83907F696236}" type="presParOf" srcId="{67185869-5D57-4CF2-BCD9-8E32F5BF24DB}" destId="{A81F0D2F-69EF-4402-A415-99E153A393FF}" srcOrd="1" destOrd="0" presId="urn:microsoft.com/office/officeart/2005/8/layout/process1"/>
    <dgm:cxn modelId="{7F99AC3C-2629-4A4A-A7FE-8F83953CABA5}" type="presParOf" srcId="{A81F0D2F-69EF-4402-A415-99E153A393FF}" destId="{FA06ACF5-3E16-4FD2-BA14-C0B4E6D98F96}" srcOrd="0" destOrd="0" presId="urn:microsoft.com/office/officeart/2005/8/layout/process1"/>
    <dgm:cxn modelId="{21A1C684-4590-44A4-913A-EBCAB8129F7B}" type="presParOf" srcId="{67185869-5D57-4CF2-BCD9-8E32F5BF24DB}" destId="{F85C56C7-ECEA-45A2-A0AD-43F4104075B7}" srcOrd="2" destOrd="0" presId="urn:microsoft.com/office/officeart/2005/8/layout/process1"/>
    <dgm:cxn modelId="{339A6E61-28E9-41A5-B7D6-E142F036D963}" type="presParOf" srcId="{67185869-5D57-4CF2-BCD9-8E32F5BF24DB}" destId="{8028B38B-EA66-4120-94A6-CBAD1DC065E2}" srcOrd="3" destOrd="0" presId="urn:microsoft.com/office/officeart/2005/8/layout/process1"/>
    <dgm:cxn modelId="{6AF56AF1-50F2-4344-BF6B-3615771E9DD2}" type="presParOf" srcId="{8028B38B-EA66-4120-94A6-CBAD1DC065E2}" destId="{3DD3CAD4-1930-489F-B7BF-1FE50BB45DD4}" srcOrd="0" destOrd="0" presId="urn:microsoft.com/office/officeart/2005/8/layout/process1"/>
    <dgm:cxn modelId="{F160172D-18B8-466C-92E2-8B350EBA2F91}" type="presParOf" srcId="{67185869-5D57-4CF2-BCD9-8E32F5BF24DB}" destId="{2EE72EA1-EB12-45F1-A61B-590664379279}" srcOrd="4" destOrd="0" presId="urn:microsoft.com/office/officeart/2005/8/layout/process1"/>
    <dgm:cxn modelId="{3933B70C-C527-40C0-B60C-71740EBC0E70}" type="presParOf" srcId="{67185869-5D57-4CF2-BCD9-8E32F5BF24DB}" destId="{F4A29A1A-95DA-485B-9D7F-0F1DF0151C09}" srcOrd="5" destOrd="0" presId="urn:microsoft.com/office/officeart/2005/8/layout/process1"/>
    <dgm:cxn modelId="{7E72D124-CF05-4832-9D1F-899EDCABBF31}" type="presParOf" srcId="{F4A29A1A-95DA-485B-9D7F-0F1DF0151C09}" destId="{E4AE39C3-E930-4F9A-885D-FA38CA6BC3B9}" srcOrd="0" destOrd="0" presId="urn:microsoft.com/office/officeart/2005/8/layout/process1"/>
    <dgm:cxn modelId="{C526E1E0-5670-4AC3-BA5F-70E407455FDF}" type="presParOf" srcId="{67185869-5D57-4CF2-BCD9-8E32F5BF24DB}" destId="{F4FCF32C-B11D-4D7C-B676-B89E5436D286}" srcOrd="6" destOrd="0" presId="urn:microsoft.com/office/officeart/2005/8/layout/process1"/>
    <dgm:cxn modelId="{36AB71BF-2FE3-4D29-8532-40F30AFCC760}" type="presParOf" srcId="{67185869-5D57-4CF2-BCD9-8E32F5BF24DB}" destId="{64AF17E4-5CFD-4870-AC2C-0DD06CE63235}" srcOrd="7" destOrd="0" presId="urn:microsoft.com/office/officeart/2005/8/layout/process1"/>
    <dgm:cxn modelId="{11E0C16B-11B0-4458-B176-623AB59ADA55}" type="presParOf" srcId="{64AF17E4-5CFD-4870-AC2C-0DD06CE63235}" destId="{B5B7E237-CC81-49BD-AD52-6E2B3A959AFB}" srcOrd="0" destOrd="0" presId="urn:microsoft.com/office/officeart/2005/8/layout/process1"/>
    <dgm:cxn modelId="{020561B0-E565-4842-B09C-8FB56630A21F}" type="presParOf" srcId="{67185869-5D57-4CF2-BCD9-8E32F5BF24DB}" destId="{390C0394-D1EC-44AE-A4FA-0A999E6134BD}" srcOrd="8" destOrd="0" presId="urn:microsoft.com/office/officeart/2005/8/layout/process1"/>
    <dgm:cxn modelId="{D07024E9-1A95-4BDD-84F5-E6EC6B224943}" type="presParOf" srcId="{67185869-5D57-4CF2-BCD9-8E32F5BF24DB}" destId="{4111FB20-C417-4078-AF5C-A84044A3EF39}" srcOrd="9" destOrd="0" presId="urn:microsoft.com/office/officeart/2005/8/layout/process1"/>
    <dgm:cxn modelId="{60B7CA71-17CE-485F-BDE1-53814A06DD46}" type="presParOf" srcId="{4111FB20-C417-4078-AF5C-A84044A3EF39}" destId="{EB1BE4BB-125B-4AE7-A845-EE1BEEA40BA5}" srcOrd="0" destOrd="0" presId="urn:microsoft.com/office/officeart/2005/8/layout/process1"/>
    <dgm:cxn modelId="{6309678F-4377-4EB8-9B4B-7D1CADC62418}" type="presParOf" srcId="{67185869-5D57-4CF2-BCD9-8E32F5BF24DB}" destId="{DA8EE39B-4E1C-4122-B63E-D5C86B728B96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1EE64-4504-4A58-848A-1D340D1A327A}">
      <dsp:nvSpPr>
        <dsp:cNvPr id="0" name=""/>
        <dsp:cNvSpPr/>
      </dsp:nvSpPr>
      <dsp:spPr>
        <a:xfrm>
          <a:off x="0" y="38783"/>
          <a:ext cx="10644188" cy="10108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kern="1200" dirty="0">
              <a:latin typeface="Aptos" panose="020B0004020202020204" pitchFamily="34" charset="0"/>
            </a:rPr>
            <a:t>Prever direção do </a:t>
          </a:r>
          <a:r>
            <a:rPr lang="pt-BR" sz="3500" kern="1200" dirty="0" err="1">
              <a:latin typeface="Aptos" panose="020B0004020202020204" pitchFamily="34" charset="0"/>
            </a:rPr>
            <a:t>Ibov</a:t>
          </a:r>
          <a:r>
            <a:rPr lang="pt-BR" sz="3500" kern="1200" dirty="0">
              <a:latin typeface="Aptos" panose="020B0004020202020204" pitchFamily="34" charset="0"/>
            </a:rPr>
            <a:t> </a:t>
          </a:r>
        </a:p>
      </dsp:txBody>
      <dsp:txXfrm>
        <a:off x="49347" y="88130"/>
        <a:ext cx="10545494" cy="912186"/>
      </dsp:txXfrm>
    </dsp:sp>
    <dsp:sp modelId="{6067F508-B03B-4AA8-9375-83FFC144AFBC}">
      <dsp:nvSpPr>
        <dsp:cNvPr id="0" name=""/>
        <dsp:cNvSpPr/>
      </dsp:nvSpPr>
      <dsp:spPr>
        <a:xfrm>
          <a:off x="0" y="1205184"/>
          <a:ext cx="10644188" cy="10108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kern="1200">
              <a:latin typeface="Aptos" panose="020B0004020202020204" pitchFamily="34" charset="0"/>
            </a:rPr>
            <a:t>Baseado em dados históricos</a:t>
          </a:r>
          <a:endParaRPr lang="pt-BR" sz="3500" kern="1200" dirty="0">
            <a:latin typeface="Aptos" panose="020B0004020202020204" pitchFamily="34" charset="0"/>
          </a:endParaRPr>
        </a:p>
      </dsp:txBody>
      <dsp:txXfrm>
        <a:off x="49347" y="1254531"/>
        <a:ext cx="10545494" cy="912186"/>
      </dsp:txXfrm>
    </dsp:sp>
    <dsp:sp modelId="{9ABF60FD-28D7-4C5B-A936-4EBB7E88565B}">
      <dsp:nvSpPr>
        <dsp:cNvPr id="0" name=""/>
        <dsp:cNvSpPr/>
      </dsp:nvSpPr>
      <dsp:spPr>
        <a:xfrm>
          <a:off x="0" y="2371584"/>
          <a:ext cx="10644188" cy="10108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kern="1200">
              <a:latin typeface="Aptos" panose="020B0004020202020204" pitchFamily="34" charset="0"/>
            </a:rPr>
            <a:t>Horizonte: D+1</a:t>
          </a:r>
          <a:endParaRPr lang="pt-BR" sz="3500" kern="1200" dirty="0">
            <a:latin typeface="Aptos" panose="020B0004020202020204" pitchFamily="34" charset="0"/>
          </a:endParaRPr>
        </a:p>
      </dsp:txBody>
      <dsp:txXfrm>
        <a:off x="49347" y="2420931"/>
        <a:ext cx="10545494" cy="912186"/>
      </dsp:txXfrm>
    </dsp:sp>
    <dsp:sp modelId="{44121CDF-E439-47A2-9FBE-14282DB9DA6A}">
      <dsp:nvSpPr>
        <dsp:cNvPr id="0" name=""/>
        <dsp:cNvSpPr/>
      </dsp:nvSpPr>
      <dsp:spPr>
        <a:xfrm>
          <a:off x="0" y="3537984"/>
          <a:ext cx="10644188" cy="10108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500" kern="1200">
              <a:latin typeface="Aptos" panose="020B0004020202020204" pitchFamily="34" charset="0"/>
            </a:rPr>
            <a:t>Apoio tomada de decisão</a:t>
          </a:r>
          <a:endParaRPr lang="pt-BR" sz="3500" kern="1200" dirty="0">
            <a:latin typeface="Aptos" panose="020B0004020202020204" pitchFamily="34" charset="0"/>
          </a:endParaRPr>
        </a:p>
      </dsp:txBody>
      <dsp:txXfrm>
        <a:off x="49347" y="3587331"/>
        <a:ext cx="10545494" cy="912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A7F15-9884-4E35-BD6D-99B418969393}">
      <dsp:nvSpPr>
        <dsp:cNvPr id="0" name=""/>
        <dsp:cNvSpPr/>
      </dsp:nvSpPr>
      <dsp:spPr>
        <a:xfrm>
          <a:off x="0" y="1779257"/>
          <a:ext cx="1419463" cy="13706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" panose="020B0004020202020204" pitchFamily="34" charset="0"/>
            </a:rPr>
            <a:t>Dados históricos (preço e volume)</a:t>
          </a:r>
        </a:p>
      </dsp:txBody>
      <dsp:txXfrm>
        <a:off x="40146" y="1819403"/>
        <a:ext cx="1339171" cy="1290377"/>
      </dsp:txXfrm>
    </dsp:sp>
    <dsp:sp modelId="{A81F0D2F-69EF-4402-A415-99E153A393FF}">
      <dsp:nvSpPr>
        <dsp:cNvPr id="0" name=""/>
        <dsp:cNvSpPr/>
      </dsp:nvSpPr>
      <dsp:spPr>
        <a:xfrm>
          <a:off x="1561409" y="2288579"/>
          <a:ext cx="300926" cy="352026"/>
        </a:xfrm>
        <a:prstGeom prst="rightArrow">
          <a:avLst>
            <a:gd name="adj1" fmla="val 60000"/>
            <a:gd name="adj2" fmla="val 50000"/>
          </a:avLst>
        </a:prstGeom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500" kern="1200"/>
        </a:p>
      </dsp:txBody>
      <dsp:txXfrm>
        <a:off x="1561409" y="2358984"/>
        <a:ext cx="210648" cy="211216"/>
      </dsp:txXfrm>
    </dsp:sp>
    <dsp:sp modelId="{F85C56C7-ECEA-45A2-A0AD-43F4104075B7}">
      <dsp:nvSpPr>
        <dsp:cNvPr id="0" name=""/>
        <dsp:cNvSpPr/>
      </dsp:nvSpPr>
      <dsp:spPr>
        <a:xfrm>
          <a:off x="1987248" y="1779257"/>
          <a:ext cx="1419463" cy="13706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" panose="020B0004020202020204" pitchFamily="34" charset="0"/>
            </a:rPr>
            <a:t>Baseado em dados históricos</a:t>
          </a:r>
        </a:p>
      </dsp:txBody>
      <dsp:txXfrm>
        <a:off x="2027394" y="1819403"/>
        <a:ext cx="1339171" cy="1290377"/>
      </dsp:txXfrm>
    </dsp:sp>
    <dsp:sp modelId="{8028B38B-EA66-4120-94A6-CBAD1DC065E2}">
      <dsp:nvSpPr>
        <dsp:cNvPr id="0" name=""/>
        <dsp:cNvSpPr/>
      </dsp:nvSpPr>
      <dsp:spPr>
        <a:xfrm>
          <a:off x="3548657" y="2288579"/>
          <a:ext cx="300926" cy="352026"/>
        </a:xfrm>
        <a:prstGeom prst="rightArrow">
          <a:avLst>
            <a:gd name="adj1" fmla="val 60000"/>
            <a:gd name="adj2" fmla="val 50000"/>
          </a:avLst>
        </a:prstGeom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500" kern="1200"/>
        </a:p>
      </dsp:txBody>
      <dsp:txXfrm>
        <a:off x="3548657" y="2358984"/>
        <a:ext cx="210648" cy="211216"/>
      </dsp:txXfrm>
    </dsp:sp>
    <dsp:sp modelId="{2EE72EA1-EB12-45F1-A61B-590664379279}">
      <dsp:nvSpPr>
        <dsp:cNvPr id="0" name=""/>
        <dsp:cNvSpPr/>
      </dsp:nvSpPr>
      <dsp:spPr>
        <a:xfrm>
          <a:off x="3974496" y="1779257"/>
          <a:ext cx="1419463" cy="13706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" panose="020B0004020202020204" pitchFamily="34" charset="0"/>
            </a:rPr>
            <a:t>Definição do target (D+1)</a:t>
          </a:r>
        </a:p>
      </dsp:txBody>
      <dsp:txXfrm>
        <a:off x="4014642" y="1819403"/>
        <a:ext cx="1339171" cy="1290377"/>
      </dsp:txXfrm>
    </dsp:sp>
    <dsp:sp modelId="{F4A29A1A-95DA-485B-9D7F-0F1DF0151C09}">
      <dsp:nvSpPr>
        <dsp:cNvPr id="0" name=""/>
        <dsp:cNvSpPr/>
      </dsp:nvSpPr>
      <dsp:spPr>
        <a:xfrm>
          <a:off x="5535906" y="2288579"/>
          <a:ext cx="300926" cy="352026"/>
        </a:xfrm>
        <a:prstGeom prst="rightArrow">
          <a:avLst>
            <a:gd name="adj1" fmla="val 60000"/>
            <a:gd name="adj2" fmla="val 50000"/>
          </a:avLst>
        </a:prstGeom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500" kern="1200"/>
        </a:p>
      </dsp:txBody>
      <dsp:txXfrm>
        <a:off x="5535906" y="2358984"/>
        <a:ext cx="210648" cy="211216"/>
      </dsp:txXfrm>
    </dsp:sp>
    <dsp:sp modelId="{F4FCF32C-B11D-4D7C-B676-B89E5436D286}">
      <dsp:nvSpPr>
        <dsp:cNvPr id="0" name=""/>
        <dsp:cNvSpPr/>
      </dsp:nvSpPr>
      <dsp:spPr>
        <a:xfrm>
          <a:off x="5961745" y="1779257"/>
          <a:ext cx="1419463" cy="13706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" panose="020B0004020202020204" pitchFamily="34" charset="0"/>
            </a:rPr>
            <a:t>Aplicação do </a:t>
          </a:r>
          <a:r>
            <a:rPr lang="pt-BR" sz="2000" kern="1200" dirty="0" err="1">
              <a:latin typeface="Aptos" panose="020B0004020202020204" pitchFamily="34" charset="0"/>
            </a:rPr>
            <a:t>threshold</a:t>
          </a:r>
          <a:r>
            <a:rPr lang="pt-BR" sz="2000" kern="1200" dirty="0">
              <a:latin typeface="Aptos" panose="020B0004020202020204" pitchFamily="34" charset="0"/>
            </a:rPr>
            <a:t> (0,2%)</a:t>
          </a:r>
        </a:p>
      </dsp:txBody>
      <dsp:txXfrm>
        <a:off x="6001891" y="1819403"/>
        <a:ext cx="1339171" cy="1290377"/>
      </dsp:txXfrm>
    </dsp:sp>
    <dsp:sp modelId="{64AF17E4-5CFD-4870-AC2C-0DD06CE63235}">
      <dsp:nvSpPr>
        <dsp:cNvPr id="0" name=""/>
        <dsp:cNvSpPr/>
      </dsp:nvSpPr>
      <dsp:spPr>
        <a:xfrm>
          <a:off x="7523154" y="2288579"/>
          <a:ext cx="300926" cy="352026"/>
        </a:xfrm>
        <a:prstGeom prst="rightArrow">
          <a:avLst>
            <a:gd name="adj1" fmla="val 60000"/>
            <a:gd name="adj2" fmla="val 50000"/>
          </a:avLst>
        </a:prstGeom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500" kern="1200"/>
        </a:p>
      </dsp:txBody>
      <dsp:txXfrm>
        <a:off x="7523154" y="2358984"/>
        <a:ext cx="210648" cy="211216"/>
      </dsp:txXfrm>
    </dsp:sp>
    <dsp:sp modelId="{390C0394-D1EC-44AE-A4FA-0A999E6134BD}">
      <dsp:nvSpPr>
        <dsp:cNvPr id="0" name=""/>
        <dsp:cNvSpPr/>
      </dsp:nvSpPr>
      <dsp:spPr>
        <a:xfrm>
          <a:off x="7948993" y="1779257"/>
          <a:ext cx="1419463" cy="13706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" panose="020B0004020202020204" pitchFamily="34" charset="0"/>
            </a:rPr>
            <a:t>Remoção de ruído</a:t>
          </a:r>
        </a:p>
      </dsp:txBody>
      <dsp:txXfrm>
        <a:off x="7989139" y="1819403"/>
        <a:ext cx="1339171" cy="1290377"/>
      </dsp:txXfrm>
    </dsp:sp>
    <dsp:sp modelId="{4111FB20-C417-4078-AF5C-A84044A3EF39}">
      <dsp:nvSpPr>
        <dsp:cNvPr id="0" name=""/>
        <dsp:cNvSpPr/>
      </dsp:nvSpPr>
      <dsp:spPr>
        <a:xfrm>
          <a:off x="9510402" y="2288579"/>
          <a:ext cx="300926" cy="352026"/>
        </a:xfrm>
        <a:prstGeom prst="rightArrow">
          <a:avLst>
            <a:gd name="adj1" fmla="val 60000"/>
            <a:gd name="adj2" fmla="val 50000"/>
          </a:avLst>
        </a:prstGeom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10000"/>
              <a:lumOff val="9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500" kern="1200"/>
        </a:p>
      </dsp:txBody>
      <dsp:txXfrm>
        <a:off x="9510402" y="2358984"/>
        <a:ext cx="210648" cy="211216"/>
      </dsp:txXfrm>
    </dsp:sp>
    <dsp:sp modelId="{DA8EE39B-4E1C-4122-B63E-D5C86B728B96}">
      <dsp:nvSpPr>
        <dsp:cNvPr id="0" name=""/>
        <dsp:cNvSpPr/>
      </dsp:nvSpPr>
      <dsp:spPr>
        <a:xfrm>
          <a:off x="9936241" y="1779257"/>
          <a:ext cx="1419463" cy="13706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" panose="020B0004020202020204" pitchFamily="34" charset="0"/>
            </a:rPr>
            <a:t>Split temporal 9treino x teste</a:t>
          </a:r>
          <a:r>
            <a:rPr lang="pt-BR" sz="2000" kern="1200" dirty="0"/>
            <a:t>)</a:t>
          </a:r>
        </a:p>
      </dsp:txBody>
      <dsp:txXfrm>
        <a:off x="9976387" y="1819403"/>
        <a:ext cx="1339171" cy="12903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249C4-D0BA-4429-9A93-6C432233113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9579E-1EF9-43B2-B9A8-7F7F708512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55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6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977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AB262-64DF-2BF7-70B3-2498E72D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F00B21D-4330-7376-F3C3-8956D4C70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8DD4DC-76EF-F665-2DF3-96C02A136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Utilizamos dados históricos diários do IBOVESPA, contendo preço de fechamento, abertura, máxima, mínima, volume e variação percentual. A base contempla mais de dois anos (4 anos), conforme requisito do projeto.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44E8AD-30C3-07E7-613B-1DBBD4451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60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67E6-3DA0-326D-E191-ADCD771E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6798BA-EEB7-FD24-0A1E-1EFA2A566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A696CC-5C1B-86E3-3519-E22FDC005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CDA9FD-51A0-22CF-BD42-BD1CCBD33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259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49669-F61D-BA4F-39A8-D7D0647C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49A90A-AC85-6AF9-7496-60C7F82B2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C2960E-C8EE-37FB-4D9A-713806E9B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487002-43C4-B83A-9512-291853CE3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304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006D-3068-BBFC-842D-0B83D7D05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7D792ED-FFA4-F2D5-1848-59DDD2E50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6C6921-EBEE-5EAE-F642-5C86D8149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79578E-8F36-3791-8E90-C36E4A2B1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807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AD78-E75D-98F6-0512-CF86F539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8DF12F-C667-6AE4-DA02-9505722A2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357B91-F857-B334-B246-49CE434C5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03190-3C57-B5A3-3ECF-9082FABFF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6701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60D6-7C94-2158-8AD1-44A85DFE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09E8D1B-469E-F924-5DBA-5225436D4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E2AFA8-9E1C-DEA1-1492-F2F5A58BC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0C0EE6-648F-0B8A-2DAB-7AFE9809F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607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D60A-6724-63B5-13C2-03DF3DB3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83F326-8139-9F4A-6CEA-24D0A6C1B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D82B67-7CD3-B146-4C1A-A8B014323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D70A9A-A831-8026-3E03-6D5F9E6B5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9579E-1EF9-43B2-B9A8-7F7F7085121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1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73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3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1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4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8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0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7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2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25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6D7AF-F739-A43A-6A2D-9BBA577BB21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50000"/>
          </a:blip>
          <a:srcRect t="29688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4436" y="1066800"/>
            <a:ext cx="4389120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68D39D-0AEF-040C-0CC2-00E5E5D29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4057" y="1562101"/>
            <a:ext cx="3857832" cy="2738530"/>
          </a:xfrm>
        </p:spPr>
        <p:txBody>
          <a:bodyPr anchor="t">
            <a:normAutofit/>
          </a:bodyPr>
          <a:lstStyle/>
          <a:p>
            <a:r>
              <a:rPr lang="pt-BR" sz="4800" dirty="0">
                <a:latin typeface="Aptos" panose="020B0004020202020204" pitchFamily="34" charset="0"/>
              </a:rPr>
              <a:t>Previsão de tendência do Ibovespa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2553BC-9070-821C-1ACD-1C37C9DC5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487" y="4358566"/>
            <a:ext cx="3579790" cy="875824"/>
          </a:xfrm>
        </p:spPr>
        <p:txBody>
          <a:bodyPr>
            <a:normAutofit fontScale="70000" lnSpcReduction="20000"/>
          </a:bodyPr>
          <a:lstStyle/>
          <a:p>
            <a:r>
              <a:rPr lang="pt-BR" b="0" dirty="0">
                <a:latin typeface="Aptos" panose="020B0004020202020204" pitchFamily="34" charset="0"/>
              </a:rPr>
              <a:t>Modelo preditivo baseado em dados históricos</a:t>
            </a:r>
          </a:p>
          <a:p>
            <a:r>
              <a:rPr lang="pt-BR" b="0" dirty="0">
                <a:latin typeface="Aptos" panose="020B0004020202020204" pitchFamily="34" charset="0"/>
              </a:rPr>
              <a:t>Thalita Folguedo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24436" y="5780876"/>
            <a:ext cx="438912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24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1E8567-F919-9894-8567-CEC291191E31}"/>
              </a:ext>
            </a:extLst>
          </p:cNvPr>
          <p:cNvSpPr txBox="1"/>
          <p:nvPr/>
        </p:nvSpPr>
        <p:spPr>
          <a:xfrm>
            <a:off x="274320" y="228600"/>
            <a:ext cx="88811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Problema de Negócio</a:t>
            </a:r>
          </a:p>
          <a:p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Modelo preditivo baseado em dados históricos</a:t>
            </a:r>
            <a:endParaRPr lang="pt-BR" sz="40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D58DEA0-1E9A-FCC6-8402-A2DF68F33B33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B73D8450-0EDA-966B-13ED-079137DA61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8837319"/>
              </p:ext>
            </p:extLst>
          </p:nvPr>
        </p:nvGraphicFramePr>
        <p:xfrm>
          <a:off x="771526" y="1741715"/>
          <a:ext cx="10644188" cy="4587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7341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6E82-4FAD-3DD6-B0DE-316CB6B8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9B64E1F-0C10-A9D3-0939-700458B923C0}"/>
              </a:ext>
            </a:extLst>
          </p:cNvPr>
          <p:cNvSpPr txBox="1"/>
          <p:nvPr/>
        </p:nvSpPr>
        <p:spPr>
          <a:xfrm>
            <a:off x="274320" y="228600"/>
            <a:ext cx="88811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Aquisição e exploração dos dados</a:t>
            </a:r>
          </a:p>
          <a:p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Evolução histórica do IBOV</a:t>
            </a:r>
            <a:endParaRPr lang="pt-BR" sz="40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C666B25-1003-91E9-0E53-6912B3968DB7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AF065999-F056-9889-951B-26EA75F4C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380" y="1599524"/>
            <a:ext cx="9681240" cy="398974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400FAC2-EEAF-23E6-B3DB-E2490F7E6325}"/>
              </a:ext>
            </a:extLst>
          </p:cNvPr>
          <p:cNvSpPr txBox="1"/>
          <p:nvPr/>
        </p:nvSpPr>
        <p:spPr>
          <a:xfrm>
            <a:off x="274320" y="5702036"/>
            <a:ext cx="62752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latin typeface="Aptos" panose="020B0004020202020204" pitchFamily="34" charset="0"/>
              </a:rPr>
              <a:t>Fonte: </a:t>
            </a:r>
            <a:r>
              <a:rPr lang="pt-BR" sz="1600" dirty="0" err="1">
                <a:latin typeface="Aptos" panose="020B0004020202020204" pitchFamily="34" charset="0"/>
              </a:rPr>
              <a:t>Investing</a:t>
            </a:r>
            <a:endParaRPr lang="pt-BR" sz="1600" dirty="0">
              <a:latin typeface="Aptos" panose="020B0004020202020204" pitchFamily="34" charset="0"/>
            </a:endParaRPr>
          </a:p>
          <a:p>
            <a:r>
              <a:rPr lang="pt-BR" sz="1600" b="1" dirty="0">
                <a:latin typeface="Aptos" panose="020B0004020202020204" pitchFamily="34" charset="0"/>
              </a:rPr>
              <a:t>Frequência: </a:t>
            </a:r>
            <a:r>
              <a:rPr lang="pt-BR" sz="1600" dirty="0">
                <a:latin typeface="Aptos" panose="020B0004020202020204" pitchFamily="34" charset="0"/>
              </a:rPr>
              <a:t>diária</a:t>
            </a:r>
          </a:p>
          <a:p>
            <a:r>
              <a:rPr lang="pt-BR" sz="1600" b="1" dirty="0">
                <a:latin typeface="Aptos" panose="020B0004020202020204" pitchFamily="34" charset="0"/>
              </a:rPr>
              <a:t>Período: </a:t>
            </a:r>
            <a:r>
              <a:rPr lang="pt-BR" sz="1600" dirty="0" err="1">
                <a:latin typeface="Aptos" panose="020B0004020202020204" pitchFamily="34" charset="0"/>
              </a:rPr>
              <a:t>abr</a:t>
            </a:r>
            <a:r>
              <a:rPr lang="pt-BR" sz="1600" dirty="0">
                <a:latin typeface="Aptos" panose="020B0004020202020204" pitchFamily="34" charset="0"/>
              </a:rPr>
              <a:t>/2022 a </a:t>
            </a:r>
            <a:r>
              <a:rPr lang="pt-BR" sz="1600" dirty="0" err="1">
                <a:latin typeface="Aptos" panose="020B0004020202020204" pitchFamily="34" charset="0"/>
              </a:rPr>
              <a:t>abr</a:t>
            </a:r>
            <a:r>
              <a:rPr lang="pt-BR" sz="1600" dirty="0">
                <a:latin typeface="Aptos" panose="020B0004020202020204" pitchFamily="34" charset="0"/>
              </a:rPr>
              <a:t>/2026 (4 anos)</a:t>
            </a:r>
          </a:p>
          <a:p>
            <a:r>
              <a:rPr lang="pt-BR" sz="1600" b="1" dirty="0">
                <a:latin typeface="Aptos" panose="020B0004020202020204" pitchFamily="34" charset="0"/>
              </a:rPr>
              <a:t>Variáveis: </a:t>
            </a:r>
            <a:r>
              <a:rPr lang="pt-BR" sz="1600" dirty="0">
                <a:latin typeface="Aptos" panose="020B0004020202020204" pitchFamily="34" charset="0"/>
              </a:rPr>
              <a:t>preço, volume, variação</a:t>
            </a:r>
          </a:p>
        </p:txBody>
      </p:sp>
    </p:spTree>
    <p:extLst>
      <p:ext uri="{BB962C8B-B14F-4D97-AF65-F5344CB8AC3E}">
        <p14:creationId xmlns:p14="http://schemas.microsoft.com/office/powerpoint/2010/main" val="312592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0C58-1ABD-5B56-EE94-8E242BF2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BECABDC-3DEA-360B-C8BF-B3C39E95EB13}"/>
              </a:ext>
            </a:extLst>
          </p:cNvPr>
          <p:cNvSpPr txBox="1"/>
          <p:nvPr/>
        </p:nvSpPr>
        <p:spPr>
          <a:xfrm>
            <a:off x="274320" y="228600"/>
            <a:ext cx="88811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Engenharia de atributos</a:t>
            </a:r>
          </a:p>
          <a:p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Médias móveis</a:t>
            </a:r>
            <a:endParaRPr lang="pt-BR" sz="40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4604B6B-6C88-F579-7109-9C6A1005B9F3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C2D526B6-E7EF-F82B-C820-EB0E9E730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862166"/>
            <a:ext cx="8434251" cy="3475848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7D87C8F5-7159-3517-3669-CD037C75E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8571" y="1645150"/>
            <a:ext cx="3474038" cy="389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Retornos (1, 3, 5, 10 dias)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Médias móveis (curto e médio prazo)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Volatilidade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Defasagens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Lags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 e momentum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Candle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e amplitude </a:t>
            </a:r>
          </a:p>
        </p:txBody>
      </p:sp>
    </p:spTree>
    <p:extLst>
      <p:ext uri="{BB962C8B-B14F-4D97-AF65-F5344CB8AC3E}">
        <p14:creationId xmlns:p14="http://schemas.microsoft.com/office/powerpoint/2010/main" val="348469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DD7B-3E07-CD15-BA0B-14534EE2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E0BBC55-7685-5B00-2261-26EDB1DBC3CD}"/>
              </a:ext>
            </a:extLst>
          </p:cNvPr>
          <p:cNvSpPr txBox="1"/>
          <p:nvPr/>
        </p:nvSpPr>
        <p:spPr>
          <a:xfrm>
            <a:off x="274320" y="228600"/>
            <a:ext cx="888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Preparação da base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ACEF4C9-4FFA-3AC4-DBC9-C0F47AD7D143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F0FAD222-192A-0FB3-6CE7-51BEF9F917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5498269"/>
              </p:ext>
            </p:extLst>
          </p:nvPr>
        </p:nvGraphicFramePr>
        <p:xfrm>
          <a:off x="274320" y="1500190"/>
          <a:ext cx="11355705" cy="4929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472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687A-642F-F54F-DD10-E3C439DF9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B12EB44-6964-8571-89AE-E52D8AAE26A9}"/>
              </a:ext>
            </a:extLst>
          </p:cNvPr>
          <p:cNvSpPr txBox="1"/>
          <p:nvPr/>
        </p:nvSpPr>
        <p:spPr>
          <a:xfrm>
            <a:off x="274320" y="228600"/>
            <a:ext cx="888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Modelos utilizados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D8EECA5-36F8-B8AB-019B-D4EDC5D8886B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533AABC7-5547-9ADF-2DDE-E6B4BCAF3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88" y="1600975"/>
            <a:ext cx="7223774" cy="44805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22FF3D-1330-6A2B-2097-6DFEB741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464" y="2035124"/>
            <a:ext cx="3735024" cy="2787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Regressã</a:t>
            </a:r>
            <a:r>
              <a:rPr lang="pt-BR" altLang="pt-BR" dirty="0">
                <a:latin typeface="Aptos" panose="020B0004020202020204" pitchFamily="34" charset="0"/>
              </a:rPr>
              <a:t>o Logística – </a:t>
            </a:r>
            <a:r>
              <a:rPr lang="pt-BR" altLang="pt-BR" b="1" dirty="0">
                <a:latin typeface="Aptos" panose="020B0004020202020204" pitchFamily="34" charset="0"/>
              </a:rPr>
              <a:t>Baseline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Random Forest –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captura não linearidade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XGBoost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–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maior capacidade preditiva</a:t>
            </a:r>
          </a:p>
        </p:txBody>
      </p:sp>
    </p:spTree>
    <p:extLst>
      <p:ext uri="{BB962C8B-B14F-4D97-AF65-F5344CB8AC3E}">
        <p14:creationId xmlns:p14="http://schemas.microsoft.com/office/powerpoint/2010/main" val="309665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C54C-116B-00C8-02E6-330173A0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0374C9E-F3F1-8DC5-8F94-30E4370914FD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">
            <a:extLst>
              <a:ext uri="{FF2B5EF4-FFF2-40B4-BE49-F238E27FC236}">
                <a16:creationId xmlns:a16="http://schemas.microsoft.com/office/drawing/2014/main" id="{00554A1F-A967-AD7D-EC30-1175471F8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724" y="1693524"/>
            <a:ext cx="5285411" cy="389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dirty="0">
                <a:latin typeface="Aptos" panose="020B0004020202020204" pitchFamily="34" charset="0"/>
              </a:rPr>
              <a:t>A matriz de confusão mostra a capacidade do modelo de identificar corretamente movimentos de alta e baixa. Já a análise de importância das variáveis indica que features como retornos recentes e médias móveis são as mais relevantes para a previsão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8B7B04-A8E8-5CA9-2FF2-B962CC34ACDC}"/>
              </a:ext>
            </a:extLst>
          </p:cNvPr>
          <p:cNvSpPr txBox="1"/>
          <p:nvPr/>
        </p:nvSpPr>
        <p:spPr>
          <a:xfrm>
            <a:off x="274320" y="228600"/>
            <a:ext cx="88811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Avaliação do modelo</a:t>
            </a:r>
          </a:p>
          <a:p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Matriz de confusão + importância</a:t>
            </a:r>
            <a:endParaRPr lang="pt-BR" sz="40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410178-ECAA-E5A8-0F56-0CD199F65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85" y="1534757"/>
            <a:ext cx="5576115" cy="50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7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E413-53BD-E6F4-3674-6FC065A7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83AADDB-B2E6-A82B-F741-7C326C6CCFD1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">
            <a:extLst>
              <a:ext uri="{FF2B5EF4-FFF2-40B4-BE49-F238E27FC236}">
                <a16:creationId xmlns:a16="http://schemas.microsoft.com/office/drawing/2014/main" id="{C984066C-08A7-B7CD-CD7F-080D5521D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5338" y="2143888"/>
            <a:ext cx="3457575" cy="3341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pt-BR" altLang="pt-BR" dirty="0">
                <a:latin typeface="Aptos" panose="020B0004020202020204" pitchFamily="34" charset="0"/>
              </a:rPr>
              <a:t>Mercado volátil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pt-BR" altLang="pt-BR" dirty="0">
                <a:latin typeface="Aptos" panose="020B0004020202020204" pitchFamily="34" charset="0"/>
              </a:rPr>
              <a:t>Ruído do mercado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pt-BR" altLang="pt-BR" dirty="0">
                <a:latin typeface="Aptos" panose="020B0004020202020204" pitchFamily="34" charset="0"/>
              </a:rPr>
              <a:t>Horizonte de previsão curto (D+1)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pt-BR" altLang="pt-BR" dirty="0">
                <a:latin typeface="Aptos" panose="020B0004020202020204" pitchFamily="34" charset="0"/>
              </a:rPr>
              <a:t>Limitação de variáveis (somente histórico do preço)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CD6B8F-3016-23C2-AA4E-8CD5D6DCCDF0}"/>
              </a:ext>
            </a:extLst>
          </p:cNvPr>
          <p:cNvSpPr txBox="1"/>
          <p:nvPr/>
        </p:nvSpPr>
        <p:spPr>
          <a:xfrm>
            <a:off x="274320" y="228600"/>
            <a:ext cx="88811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Trade-</a:t>
            </a:r>
            <a:r>
              <a:rPr lang="pt-BR" sz="4000" b="1" dirty="0" err="1">
                <a:latin typeface="Aptos" panose="020B0004020202020204" pitchFamily="34" charset="0"/>
              </a:rPr>
              <a:t>offs</a:t>
            </a:r>
            <a:endParaRPr lang="pt-BR" sz="4000" b="1" dirty="0">
              <a:latin typeface="Aptos" panose="020B0004020202020204" pitchFamily="34" charset="0"/>
            </a:endParaRPr>
          </a:p>
          <a:p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Acurácia </a:t>
            </a:r>
            <a:r>
              <a:rPr lang="pt-B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vs</a:t>
            </a:r>
            <a:r>
              <a:rPr lang="pt-B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Complexidade e ruído do mercado</a:t>
            </a:r>
            <a:endParaRPr lang="pt-BR" sz="40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11B3FB-2DDC-864C-B2F9-B8555CFE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898" y="1401580"/>
            <a:ext cx="6516071" cy="268534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8B46F13-BDC3-7FFF-FB44-35EAF197B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898" y="4172653"/>
            <a:ext cx="6494156" cy="268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3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6C6C-F20D-29F6-DB6C-648A35D39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B70C373-7C73-4041-F670-B5815F07C12D}"/>
              </a:ext>
            </a:extLst>
          </p:cNvPr>
          <p:cNvCxnSpPr>
            <a:cxnSpLocks/>
          </p:cNvCxnSpPr>
          <p:nvPr/>
        </p:nvCxnSpPr>
        <p:spPr>
          <a:xfrm>
            <a:off x="0" y="126873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">
            <a:extLst>
              <a:ext uri="{FF2B5EF4-FFF2-40B4-BE49-F238E27FC236}">
                <a16:creationId xmlns:a16="http://schemas.microsoft.com/office/drawing/2014/main" id="{C0938C4C-BC23-FD49-9BB6-ACC375395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76" y="1877974"/>
            <a:ext cx="4606562" cy="1679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pt-BR" altLang="pt-BR" dirty="0">
                <a:latin typeface="Aptos" panose="020B0004020202020204" pitchFamily="34" charset="0"/>
              </a:rPr>
              <a:t>Modelo funcional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pt-BR" altLang="pt-BR" dirty="0">
                <a:latin typeface="Aptos" panose="020B0004020202020204" pitchFamily="34" charset="0"/>
              </a:rPr>
              <a:t>Limitação do problema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pt-BR" altLang="pt-BR" dirty="0">
                <a:latin typeface="Aptos" panose="020B0004020202020204" pitchFamily="34" charset="0"/>
              </a:rPr>
              <a:t>Uso como suporte, não decisão final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CB585C-031C-D619-6E57-5CD36C7F1E38}"/>
              </a:ext>
            </a:extLst>
          </p:cNvPr>
          <p:cNvSpPr txBox="1"/>
          <p:nvPr/>
        </p:nvSpPr>
        <p:spPr>
          <a:xfrm>
            <a:off x="274320" y="228600"/>
            <a:ext cx="888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ptos" panose="020B0004020202020204" pitchFamily="34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147973160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302</Words>
  <Application>Microsoft Office PowerPoint</Application>
  <PresentationFormat>Widescreen</PresentationFormat>
  <Paragraphs>55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Arial</vt:lpstr>
      <vt:lpstr>Courier New</vt:lpstr>
      <vt:lpstr>Grandview Display</vt:lpstr>
      <vt:lpstr>DashVTI</vt:lpstr>
      <vt:lpstr>Previsão de tendência do Ibovespa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Thalita Folguedo</dc:creator>
  <cp:lastModifiedBy>JONATHAN FOLGUEDO MELLO</cp:lastModifiedBy>
  <cp:revision>13</cp:revision>
  <dcterms:created xsi:type="dcterms:W3CDTF">2026-04-04T13:55:49Z</dcterms:created>
  <dcterms:modified xsi:type="dcterms:W3CDTF">2026-04-07T01:59:59Z</dcterms:modified>
</cp:coreProperties>
</file>